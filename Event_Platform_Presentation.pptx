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EVENT PLATFORM &amp; GAS INTEGRATION</a:t>
            </a:r>
          </a:p>
          <a:p>
            <a:pPr>
              <a:defRPr sz="4000" b="1">
                <a:solidFill>
                  <a:srgbClr val="F8FAFC"/>
                </a:solidFill>
              </a:defRPr>
            </a:pPr>
            <a:r>
              <a:t>ระบบจัดการงาน Event ครบวงจร</a:t>
            </a:r>
          </a:p>
          <a:p>
            <a:pPr>
              <a:defRPr sz="1800">
                <a:solidFill>
                  <a:srgbClr val="FBBF24"/>
                </a:solidFill>
              </a:defRPr>
            </a:pPr>
            <a:r>
              <a:t>ลงทะเบียนง่ายผ่าน Google Form | Sync ข้อมูล Real-time | เช็กอิน QR Code รับตั๋ว Running Number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754880"/>
            <a:ext cx="1036289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⚡ Auto-Sync Google Sheet   |   📱 QR Code Check-in   |   🎟️ Digital Ticket Running Number   |   🎰 Lucky Draw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PROBLEMS &amp; SOLUTION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ปัญหาของการจัดงานแบบเดิม vs โซลูชันของเรา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7171"/>
                </a:solidFill>
              </a:defRPr>
            </a:pPr>
            <a:r>
              <a:t>❌ ปัญหาของการจัดงานแบบเดิม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คิวยาวหน้างาน เช็กอินช้า ค้นหารายชื่อยุ่งยาก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ใช้เอกสารกระดาษ ตรวจสอบข้อมูลย้อนหลังลำบาก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ไม่มีระบบสรุปยอดผู้เข้าร่วมงานแบบ Real-time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การจับรางวัล Lucky Draw สุ่มเสี่ยงต่อข้อผิดพลาด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จัดการผู้ลงทะเบียนซ้ำซ้อนได้ยาก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✅ โซลูชันด้วย Event Platform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สแกน QR Code เช็กอินรวดเร็วภายใน 1 วินาที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รันตั๋วดิจิทัล พร้อม Running Number อัตโนมัติ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บันทึกและ Sync ข้อมูลเข้า Google Sheet / Database ทันที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Dashboard แสดงสถิติและรายงานผล Real-time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ระบบสุ่มจับรางวัล Lucky Draw เที่ยงตรงและโปร่งใส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SYSTEM ARCHITECTURE &amp; WORKFLOW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ขั้นตอนการทำงานของระบบ (End-to-End Workflow)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Google Form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ผู้เข้าร่วมกรอกข้อมูลลงทะเบียนออนไลน์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2" y="1828800"/>
            <a:ext cx="20116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2. GAS Sync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Google Apps Script ส่งข้อมูลเข้า Event Platform อัตโนมัติ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828800"/>
            <a:ext cx="20116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3. Issue QR Code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ระบบสร้าง QR Code ประจำตัวผู้ลงทะเบียน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828800"/>
            <a:ext cx="20116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4. Scan Check-in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สแกน QR Code หน้างานผ่านมือถือ / แท็บเล็ต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828800"/>
            <a:ext cx="20116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5. Digital Ticket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รับตั๋วดิจิทัลพร้อม Running Number &amp; Lucky Draw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[ พื้นที่สำหรับใส่รูปภาพไดอะแกรมแผนผังการทำงานของระบบ Flow Diagram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DIGITAL TICKET &amp; RUNNING NUMBER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ระบบเช็กอิน &amp; ตั๋วดิจิทัล Running Number (ฟีเจอร์เด่น)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🎟️ ตั๋วดิจิทัล &amp; Running Number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Running Number อัตโนมัติ: เมื่อเช็กอินสำเร็จ ระบบจะออกเลขเช็กอินประจำตัว (เช่น A00001, A00002) ทันที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ป้องกันสิทธิ์ซ้ำ: 1 QR Code เช็กอินได้ 1 ครั้ง ป้องกันการสแกนซ้ำ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แสดงผลตั๋วดิจิทัลสวยงาม: แสดงชื่อ-นามสกุล, บริษัท, เบอร์โทร, สถานะเช็กอิน และ Running Number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เชื่อมโยง Lucky Draw: ใช้ Running Number ในการสุ่มรางวัล Lucky Draw หน้างานได้ทันที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30352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[ ตัวอย่างตั๋วดิจิทัล / Digital Ticket Mockup พร้อม Running Number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WEB ADMIN DASHBOARD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ระบบบริหารจัดการหลังบ้านสำหรับผู้จัดงาน (Web Admin)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9436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[ ตัวอย่างหน้าจอ Web Admin Dashboard / ตารางผู้ลงทะเบียน / ปุ่มแก้ไข-ลบ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645920"/>
            <a:ext cx="44805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💻 ความสามารถของ Web Admin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ค้นหาและคัดกรองข้อมูล: Search ข้อมูลตามชื่อ, บริษัท, QR Code หรือเบอร์โทรศัพท์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เรียงลำดับตาราง (Column Sorting): คลิกเรียงลำดับ ก-ฮ / น้อยไปมาก ในทุกคอลัมน์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จัดการข้อมูล (Edit/Delete): แก้ไขข้อมูลผู้ลงทะเบียน หรือลบงาน Event พร้อมระบบยืนยันความปลอดภัย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Import &amp; Template: นำเข้าไฟล์ Excel / CSV และดาวน์โหลด Template มาตรฐาน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Audit Log: บันทึกประวัติการแก้ไขและลบข้อมูลอย่างชัดเจน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SUMMARY &amp; BENEFITS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สรุปจุดเด่นและประโยชน์ที่จะได้รับ (Value Proposition)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🚀 สะดวกรวดเร็ว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ลดเวลาการเช็กอินหน้างาน คิวย้ายได้เร็ว ไม่แออัด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📊 ข้อมูลแม่นยำ 100%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Sync ข้อมูลอัตโนมัติ ลดข้อผิดพลาดจาก Human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🔒 ปลอดภัย &amp; โปร่งใส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มีระบบยืนยันตัวตน และรันนิ่งเลข Lucky Draw ที่ยุติธรรม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78BFA"/>
                </a:solidFill>
              </a:defRPr>
            </a:pPr>
            <a:r>
              <a:t>💼 ภาพลักษณ์มืออาชีพ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ตั๋วดิจิทัลและระบบทันสมัย สร้างความประทับใจให้ผู้ร่วมงาน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BBF24"/>
                </a:solidFill>
              </a:defRPr>
            </a:pPr>
            <a:r>
              <a:t>พร้อม ยกระดับงาน Event ของคุณ แล้วหรือยัง?</a:t>
            </a:r>
          </a:p>
          <a:p>
            <a:pPr algn="ctr">
              <a:defRPr sz="1800">
                <a:solidFill>
                  <a:srgbClr val="F8FAFC"/>
                </a:solidFill>
              </a:defRPr>
            </a:pPr>
            <a:r>
              <a:t>ติดต่อเพื่อขอรับการสาธิตระบบ (Demo) และปรึกษาการจัดงานฟรี!</a:t>
            </a:r>
          </a:p>
          <a:p>
            <a:br/>
            <a:pPr algn="ctr">
              <a:defRPr sz="1600" b="1">
                <a:solidFill>
                  <a:srgbClr val="38BDF8"/>
                </a:solidFill>
              </a:defRPr>
            </a:pPr>
            <a:r>
              <a:t>📞 เบอร์โทรศัพท์: 08X-XXX-XXXX   |   ✉️ อีเมล: contact@event-platform.com</a:t>
            </a:r>
          </a:p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🌐 เว็บไซต์: www.event-platform.com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