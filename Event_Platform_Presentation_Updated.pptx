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GAS REGISTRATION &amp; EVENT PLATFORM SOLUTION</a:t>
            </a:r>
          </a:p>
          <a:p>
            <a:pPr>
              <a:defRPr sz="3800" b="1">
                <a:solidFill>
                  <a:srgbClr val="F8FAFC"/>
                </a:solidFill>
              </a:defRPr>
            </a:pPr>
            <a:r>
              <a:t>ระบบลงทะเบียนงาน Event ครบวงจร</a:t>
            </a:r>
          </a:p>
          <a:p>
            <a:pPr>
              <a:defRPr sz="1700">
                <a:solidFill>
                  <a:srgbClr val="FBBF24"/>
                </a:solidFill>
              </a:defRPr>
            </a:pPr>
            <a:r>
              <a:t>ลงทะเบียนผ่าน GAS Web App ➔ Manual Import ข้อมูลอนุมัติ ➔ QR Check-in แยกทางเข้า ➔ Lucky Draw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754880"/>
            <a:ext cx="10362895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🌐 GAS Web Registration   |   📥 Manual Import (apploval)   |   🚪 Gate-Config Running Number   |   🎰 Lucky Draw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REGISTRATION &amp; EVENT WORKFLOW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ขั้นตอนการดำเนินงาน 7 สเต็ป ตั้งแต่ลงทะเบียนถึงจับรางวัล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4688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Admin เปิดลงทะเบียน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Admin เปิดระบบรับลงทะเบียนบนเว็บ GAS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463040"/>
            <a:ext cx="24688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2. User ลงทะเบียน + QR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User ลงทะเบียน รับ QR Code พร้อมคำเตือนโปรดบันทึก QR Code สำหรับสแกนเข้างาน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24688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78BFA"/>
                </a:solidFill>
              </a:defRPr>
            </a:pPr>
            <a:r>
              <a:t>3. Admin ปิดลงทะเบียน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Admin ปิดระบบรับลงทะเบียนบนเว็บ GAS เมื่อครบโควตา/เวลา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463040"/>
            <a:ext cx="24688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4. Update ผลอนุมัติ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Admin ตรวจสอบและอัปเดตสถานะอนุมัติใน Google Sheet (แท็บ apploval)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38BDF8"/>
                </a:solidFill>
              </a:defRPr>
            </a:pPr>
            <a:r>
              <a:t>5. Import เข้า Event Platform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Admin ดาวน์โหลด CSV/Excel จาก apploval แล้ว Manual Import ผ่าน Web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931920"/>
            <a:ext cx="3383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FBBF24"/>
                </a:solidFill>
              </a:defRPr>
            </a:pPr>
            <a:r>
              <a:t>6. User Check-in &amp; Running No.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User สแกน QR หน้างาน ออก Running No. อัตโนมัติแยกตาม Gate (Gate 1 = A00001, Gate 2 = B00001)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931920"/>
            <a:ext cx="33832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34D399"/>
                </a:solidFill>
              </a:defRPr>
            </a:pPr>
            <a:r>
              <a:t>7. Lucky Draw &amp; ประกาศผล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Admin ดำเนินการสุ่มจับรางวัล Lucky Draw และประกาศผลผู้ได้รับรางวัล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DATA INTEGRATION METHOD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การเชื่อมโยงข้อมูล: วิธีที่ 1 Manual Import (สะดวก ปลอดภัยสูง)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📂 ขั้นตอนการ Manual Import ข้อมูล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1. ตรวจสอบสถานะ: Admin อัปเดตผลอนุมัติในแท็บ apploval บน Google Sheet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2. ดาวน์โหลดไฟล์: ดาวน์โหลดไฟล์ CSV/Excel จากแท็บ apploval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3. Import เข้า Event Platform: Admin กดปุ่ม Import File บนหน้า Web Admin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4. ตรวจจับรายการซ้ำ: ระบบแจ้งเตือนรายการซ้ำ ให้เลือกอนุมัติเฉพาะรายการหรือยืนยันทั้งหมดได้</a:t>
            </a:r>
          </a:p>
          <a:p>
            <a:br/>
            <a:pPr>
              <a:defRPr sz="1400" b="1">
                <a:solidFill>
                  <a:srgbClr val="34D399"/>
                </a:solidFill>
              </a:defRPr>
            </a:pPr>
            <a:r>
              <a:t>🛡️ จุดเด่นของวิธี Manual Import: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ความปลอดภัยสูง: สะดวก ไม่ต้องเปิด Public Endpoint บน Server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มีการ Human Verify: Admin ได้ตรวจสอบความถูกต้องก่อนนำเข้าจริง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ทำงานแบบ Batch ได้รวดเร็ว รองรับรายชื่อจำนวนมาก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8BDF8"/>
                </a:solidFill>
              </a:defRPr>
            </a:pPr>
            <a:r>
              <a:t>[ ตัวอย่างหน้าจอ Google Sheet แท็บ apploval &amp; ปุ่ม Import บน Web Admin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GATE-CONFIGURED RUNNING NUMBER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ระบบเช็กอิน &amp; การตั้งค่า Running Number แยกตามทางเข้า (Gate)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🎟️ การรันเลขเช็กอินตามทางเข้า (Gate Config)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ออก Running Number อัตโนมัติ: เลขเช็กอินถูกสร้างทันทีเมื่อผู้ใช้สแกน QR Code หน้างานสำเร็จ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Config รูปแบบรหัสแยกตามทางเข้า (Gate): ตั้งค่า Prefix / Format ของแต่ละทางเข้าบน Event Platform ห้ามซ้ำกัน เช่น: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   - Gate 1 (ทางเข้าที่ 1): รันแบบ A00001 - Annnn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   - Gate 2 (ทางเข้าที่ 2): รันแบบ B00001 - Bnnnn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แสดงผลบนตั๋วดิจิทัล: ผู้เข้าร่วมจะได้รับ Running Number แสดงบนตั๋วทันที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ใช้สำหรับ Lucky Draw: นำเลข Running Number นี้ไปใช้สุ่มจับรางวัลในกิจกรรม Lucky Draw หน้างาน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8BDF8"/>
                </a:solidFill>
              </a:defRPr>
            </a:pPr>
            <a:r>
              <a:t>[ ตัวอย่างหน้าจอตั้งค่า Gate Config บน Event Platform &amp; ตั๋วดิจิทัล A00001 / B00001 ]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WEB ADMIN &amp; DUPLICATE MANAGEMENT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ระบบหลังบ้าน Web Admin &amp; การเช็กเงื่อนไขข้อมูลซ้ำ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66928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8BDF8"/>
                </a:solidFill>
              </a:defRPr>
            </a:pPr>
            <a:r>
              <a:t>[ ตัวอย่างหน้าจอ Web Admin: ตารางผู้ลงทะเบียน, ช่องค้นหา, คอลัมน์ที่กดเรียงได้ (Sortable), และ Modal แจ้งเตือนรายการซ้ำ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463040"/>
            <a:ext cx="47548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BBF24"/>
                </a:solidFill>
              </a:defRPr>
            </a:pPr>
            <a:r>
              <a:t>💻 เงื่อนไขการเช็กข้อมูลซ้ำ &amp; เครื่องมือ Admin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1. เงื่อนไขการเช็กข้อมูลซ้ำ (Duplicate Logic):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- Same Event (eventId + QR Code ซ้ำ): แจ้งเตือนป็อปอัป พร้อมปุ่มยืนยันตามรายการ หรือยืนยันทั้งหมด เพื่ออัปเดตข้อมูลเดิม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- Different Event (คนละ eventId): อนุญาตให้ Insert เป็นรายการใหม่ได้ทันที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2. ตารางรองรับการเรียงลำดับ (Sorting):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- คลิกหัวคอลัมน์เพื่อเรียง ก-ฮ / น้อย-มาก (ชื่อ-นามสกุล, บริษัท, QR Code, เบอร์โทร, สถานะ, เลขเช็กอิน)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3. ช่องค้นหา &amp; ปุ่มแก้ไข: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   - ค้นหาข้อมูลแบบ Real-time พร้อมปุ่มแก้ไขข้อมูลผู้ลงทะเบียนได้ตลอดเวลา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LUCKY DRAW SYSTEM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ระบบสุ่มจับรางวัล Lucky Draw และการประกาศผล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78BFA"/>
                </a:solidFill>
              </a:defRPr>
            </a:pPr>
            <a:r>
              <a:t>🎰 ขั้นตอนการเล่น Lucky Draw หน้างาน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ดึงข้อมูลเฉพาะผู้เช็กอินแล้ว: นำเฉพาะผู้เข้าร่วมที่ทำการเช็กอินเรียบร้อย (มี Running Number) เข้าสุ่มรางวัล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Admin กดสุ่มจับรางวัล: สุ่มจับรางวัลด้วยระบบสุ่มรหัสตัวเลขโปร่งใส ยุติธรรม ตรวจสอบได้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แสดงผลผู้ได้รับรางวัล: แสดงชื่อ-นามสกุล, บริษัท และ Running Number ของผู้ชนะบนหน้าจอใหญ่ทันที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บันทึกผลรางวัล: บันทึกข้อมูลผู้ชนะลงแท็บ winer ในระบบอัตโนมัติ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38BDF8"/>
                </a:solidFill>
              </a:defRPr>
            </a:pPr>
            <a:r>
              <a:t>[ ตัวอย่างหน้าจอ Lucky Draw หมุนสุ่มรางวัล &amp; การแสดงผลผู้ได้รับรางวัล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BBF24"/>
                </a:solidFill>
              </a:defRPr>
            </a:pPr>
            <a:r>
              <a:t>พร้อม ยกระดับงาน Event ของคุณ แล้วหรือยัง?</a:t>
            </a:r>
          </a:p>
          <a:p>
            <a:pPr algn="ctr">
              <a:defRPr sz="1400">
                <a:solidFill>
                  <a:srgbClr val="F8FAFC"/>
                </a:solidFill>
              </a:defRPr>
            </a:pPr>
            <a:r>
              <a:t>ลงทะเบียน GAS ➔ Manual Import (apploval) ➔ QR Check-in ➔ Running Number (A00001/B00001) ➔ Lucky Draw</a:t>
            </a:r>
          </a:p>
          <a:p>
            <a:br/>
            <a:pPr algn="ctr">
              <a:defRPr sz="1800" b="1">
                <a:solidFill>
                  <a:srgbClr val="38BDF8"/>
                </a:solidFill>
              </a:defRPr>
            </a:pPr>
            <a:r>
              <a:t>📞 ติดต่อสอบถาม / ขอรับการสาธิตระบบ (Demo)</a:t>
            </a:r>
          </a:p>
          <a:p>
            <a:pPr algn="ctr">
              <a:defRPr sz="1500">
                <a:solidFill>
                  <a:srgbClr val="34D399"/>
                </a:solidFill>
              </a:defRPr>
            </a:pPr>
            <a:r>
              <a:t>✉️ Email: contact@event-platform.com   |   🌐 Website: www.event-platform.com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